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loud Soft" charset="1" panose="02000000000000000000"/>
      <p:regular r:id="rId15"/>
    </p:embeddedFont>
    <p:embeddedFont>
      <p:font typeface="Open Sans Bold" charset="1" panose="020B0806030504020204"/>
      <p:regular r:id="rId16"/>
    </p:embeddedFont>
    <p:embeddedFont>
      <p:font typeface="Cloud Soft Bold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494713"/>
            <a:ext cx="5355466" cy="811813"/>
            <a:chOff x="0" y="0"/>
            <a:chExt cx="1675118" cy="2539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5118" cy="253924"/>
            </a:xfrm>
            <a:custGeom>
              <a:avLst/>
              <a:gdLst/>
              <a:ahLst/>
              <a:cxnLst/>
              <a:rect r="r" b="b" t="t" l="l"/>
              <a:pathLst>
                <a:path h="253924" w="1675118">
                  <a:moveTo>
                    <a:pt x="126962" y="0"/>
                  </a:moveTo>
                  <a:lnTo>
                    <a:pt x="1548156" y="0"/>
                  </a:lnTo>
                  <a:cubicBezTo>
                    <a:pt x="1581829" y="0"/>
                    <a:pt x="1614122" y="13376"/>
                    <a:pt x="1637932" y="37186"/>
                  </a:cubicBezTo>
                  <a:cubicBezTo>
                    <a:pt x="1661742" y="60996"/>
                    <a:pt x="1675118" y="93290"/>
                    <a:pt x="1675118" y="126962"/>
                  </a:cubicBezTo>
                  <a:lnTo>
                    <a:pt x="1675118" y="126962"/>
                  </a:lnTo>
                  <a:cubicBezTo>
                    <a:pt x="1675118" y="197081"/>
                    <a:pt x="1618276" y="253924"/>
                    <a:pt x="1548156" y="253924"/>
                  </a:cubicBezTo>
                  <a:lnTo>
                    <a:pt x="126962" y="253924"/>
                  </a:lnTo>
                  <a:cubicBezTo>
                    <a:pt x="56843" y="253924"/>
                    <a:pt x="0" y="197081"/>
                    <a:pt x="0" y="126962"/>
                  </a:cubicBezTo>
                  <a:lnTo>
                    <a:pt x="0" y="126962"/>
                  </a:lnTo>
                  <a:cubicBezTo>
                    <a:pt x="0" y="56843"/>
                    <a:pt x="56843" y="0"/>
                    <a:pt x="126962" y="0"/>
                  </a:cubicBezTo>
                  <a:close/>
                </a:path>
              </a:pathLst>
            </a:custGeom>
            <a:ln w="38100" cap="rnd">
              <a:solidFill>
                <a:srgbClr val="62C1E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75118" cy="29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9422" y="3075724"/>
            <a:ext cx="11309098" cy="322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7"/>
              </a:lnSpc>
            </a:pPr>
            <a:r>
              <a:rPr lang="en-US" sz="11629" spc="430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PRESENTATION </a:t>
            </a:r>
          </a:p>
          <a:p>
            <a:pPr algn="l" marL="0" indent="0" lvl="0">
              <a:lnSpc>
                <a:spcPts val="12327"/>
              </a:lnSpc>
            </a:pPr>
            <a:r>
              <a:rPr lang="en-US" sz="11629" spc="430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DE PROJET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61948" y="2148708"/>
            <a:ext cx="5913187" cy="5989585"/>
          </a:xfrm>
          <a:custGeom>
            <a:avLst/>
            <a:gdLst/>
            <a:ahLst/>
            <a:cxnLst/>
            <a:rect r="r" b="b" t="t" l="l"/>
            <a:pathLst>
              <a:path h="5989585" w="5913187">
                <a:moveTo>
                  <a:pt x="0" y="0"/>
                </a:moveTo>
                <a:lnTo>
                  <a:pt x="5913187" y="0"/>
                </a:lnTo>
                <a:lnTo>
                  <a:pt x="5913187" y="5989584"/>
                </a:lnTo>
                <a:lnTo>
                  <a:pt x="0" y="5989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84770" y="6670236"/>
            <a:ext cx="5243327" cy="48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9"/>
              </a:lnSpc>
            </a:pPr>
            <a:r>
              <a:rPr lang="en-US" sz="3414" spc="126">
                <a:solidFill>
                  <a:srgbClr val="62C1E4"/>
                </a:solidFill>
                <a:latin typeface="Cloud Soft"/>
                <a:ea typeface="Cloud Soft"/>
                <a:cs typeface="Cloud Soft"/>
                <a:sym typeface="Cloud Soft"/>
              </a:rPr>
              <a:t>Présenté par l’équipe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5025" y="7554176"/>
            <a:ext cx="5243327" cy="14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277" indent="-368638" lvl="1">
              <a:lnSpc>
                <a:spcPts val="3619"/>
              </a:lnSpc>
              <a:buFont typeface="Arial"/>
              <a:buChar char="•"/>
            </a:pPr>
            <a:r>
              <a:rPr lang="en-US" sz="3414" spc="126">
                <a:solidFill>
                  <a:srgbClr val="62C1E4"/>
                </a:solidFill>
                <a:latin typeface="Cloud Soft"/>
                <a:ea typeface="Cloud Soft"/>
                <a:cs typeface="Cloud Soft"/>
                <a:sym typeface="Cloud Soft"/>
              </a:rPr>
              <a:t>Maniga Tokpa Abou</a:t>
            </a:r>
          </a:p>
          <a:p>
            <a:pPr algn="l" marL="737277" indent="-368638" lvl="1">
              <a:lnSpc>
                <a:spcPts val="3619"/>
              </a:lnSpc>
              <a:buFont typeface="Arial"/>
              <a:buChar char="•"/>
            </a:pPr>
            <a:r>
              <a:rPr lang="en-US" sz="3414" spc="126">
                <a:solidFill>
                  <a:srgbClr val="62C1E4"/>
                </a:solidFill>
                <a:latin typeface="Cloud Soft"/>
                <a:ea typeface="Cloud Soft"/>
                <a:cs typeface="Cloud Soft"/>
                <a:sym typeface="Cloud Soft"/>
              </a:rPr>
              <a:t>Kouame Koffi E</a:t>
            </a:r>
          </a:p>
          <a:p>
            <a:pPr algn="l" marL="737277" indent="-368638" lvl="1">
              <a:lnSpc>
                <a:spcPts val="3619"/>
              </a:lnSpc>
              <a:buFont typeface="Arial"/>
              <a:buChar char="•"/>
            </a:pPr>
            <a:r>
              <a:rPr lang="en-US" sz="3414" spc="126">
                <a:solidFill>
                  <a:srgbClr val="62C1E4"/>
                </a:solidFill>
                <a:latin typeface="Cloud Soft"/>
                <a:ea typeface="Cloud Soft"/>
                <a:cs typeface="Cloud Soft"/>
                <a:sym typeface="Cloud Soft"/>
              </a:rPr>
              <a:t>Christ Kadio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60679"/>
            <a:ext cx="1040418" cy="10404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000889"/>
            <a:ext cx="1040418" cy="10404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342620"/>
            <a:ext cx="1040418" cy="10404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09119" y="3743603"/>
            <a:ext cx="1040418" cy="104041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52186" y="5000889"/>
            <a:ext cx="1040418" cy="104041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52186" y="6342620"/>
            <a:ext cx="1040418" cy="104041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291680" y="781773"/>
            <a:ext cx="5246180" cy="4219116"/>
          </a:xfrm>
          <a:custGeom>
            <a:avLst/>
            <a:gdLst/>
            <a:ahLst/>
            <a:cxnLst/>
            <a:rect r="r" b="b" t="t" l="l"/>
            <a:pathLst>
              <a:path h="4219116" w="5246180">
                <a:moveTo>
                  <a:pt x="0" y="0"/>
                </a:moveTo>
                <a:lnTo>
                  <a:pt x="5246181" y="0"/>
                </a:lnTo>
                <a:lnTo>
                  <a:pt x="5246181" y="4219116"/>
                </a:lnTo>
                <a:lnTo>
                  <a:pt x="0" y="421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968951"/>
            <a:ext cx="7225902" cy="1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</a:pPr>
            <a:r>
              <a:rPr lang="en-US" sz="9999" spc="36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Sommaire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63911" y="3828953"/>
            <a:ext cx="4205787" cy="7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4384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INTRODUCTION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63911" y="5155410"/>
            <a:ext cx="3702564" cy="7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4384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OBJECTIFS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63911" y="6480075"/>
            <a:ext cx="4205787" cy="7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4384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PLANIFICATION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44330" y="3881176"/>
            <a:ext cx="3371126" cy="7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4384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LES OUTILS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26469" y="5163850"/>
            <a:ext cx="3488986" cy="7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4384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DESCRIPTION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26469" y="6427969"/>
            <a:ext cx="3765211" cy="7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4384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DIFFICULTES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9200" y="3057218"/>
            <a:ext cx="4809530" cy="5636220"/>
          </a:xfrm>
          <a:custGeom>
            <a:avLst/>
            <a:gdLst/>
            <a:ahLst/>
            <a:cxnLst/>
            <a:rect r="r" b="b" t="t" l="l"/>
            <a:pathLst>
              <a:path h="5636220" w="4809530">
                <a:moveTo>
                  <a:pt x="0" y="0"/>
                </a:moveTo>
                <a:lnTo>
                  <a:pt x="4809530" y="0"/>
                </a:lnTo>
                <a:lnTo>
                  <a:pt x="4809530" y="5636220"/>
                </a:lnTo>
                <a:lnTo>
                  <a:pt x="0" y="563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83777" y="0"/>
            <a:ext cx="8604223" cy="10287000"/>
          </a:xfrm>
          <a:custGeom>
            <a:avLst/>
            <a:gdLst/>
            <a:ahLst/>
            <a:cxnLst/>
            <a:rect r="r" b="b" t="t" l="l"/>
            <a:pathLst>
              <a:path h="10287000" w="8604223">
                <a:moveTo>
                  <a:pt x="0" y="0"/>
                </a:moveTo>
                <a:lnTo>
                  <a:pt x="8604223" y="0"/>
                </a:lnTo>
                <a:lnTo>
                  <a:pt x="86042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943" t="-388" r="-2320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70024"/>
            <a:ext cx="9141785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</a:pPr>
            <a:r>
              <a:rPr lang="en-US" sz="9999" spc="36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97519"/>
            <a:ext cx="7899415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3500" spc="12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FREEADES est un projet dans le cadre de la formation we.code qui nous a ete soumis.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617405" y="2274544"/>
            <a:ext cx="4920037" cy="5765722"/>
          </a:xfrm>
          <a:custGeom>
            <a:avLst/>
            <a:gdLst/>
            <a:ahLst/>
            <a:cxnLst/>
            <a:rect r="r" b="b" t="t" l="l"/>
            <a:pathLst>
              <a:path h="5765722" w="4920037">
                <a:moveTo>
                  <a:pt x="0" y="0"/>
                </a:moveTo>
                <a:lnTo>
                  <a:pt x="4920037" y="0"/>
                </a:lnTo>
                <a:lnTo>
                  <a:pt x="4920037" y="5765722"/>
                </a:lnTo>
                <a:lnTo>
                  <a:pt x="0" y="5765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17981" y="3361442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62100" y="4357940"/>
            <a:ext cx="1298400" cy="104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44"/>
              </a:lnSpc>
            </a:pPr>
            <a:r>
              <a:rPr lang="en-US" b="true" sz="7306" spc="270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868250" y="3361442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40516">
            <a:off x="11451977" y="-135408"/>
            <a:ext cx="3524655" cy="3330735"/>
          </a:xfrm>
          <a:custGeom>
            <a:avLst/>
            <a:gdLst/>
            <a:ahLst/>
            <a:cxnLst/>
            <a:rect r="r" b="b" t="t" l="l"/>
            <a:pathLst>
              <a:path h="3330735" w="3524655">
                <a:moveTo>
                  <a:pt x="0" y="0"/>
                </a:moveTo>
                <a:lnTo>
                  <a:pt x="3524655" y="0"/>
                </a:lnTo>
                <a:lnTo>
                  <a:pt x="3524655" y="3330736"/>
                </a:lnTo>
                <a:lnTo>
                  <a:pt x="0" y="3330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68947"/>
            <a:ext cx="8115300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</a:pPr>
            <a:r>
              <a:rPr lang="en-US" sz="9999" spc="36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Les objectifs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11830" y="4415678"/>
            <a:ext cx="1298400" cy="104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44"/>
              </a:lnSpc>
            </a:pPr>
            <a:r>
              <a:rPr lang="en-US" b="true" sz="7306" spc="270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8781" y="7151820"/>
            <a:ext cx="6884498" cy="20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1"/>
              </a:lnSpc>
              <a:spcBef>
                <a:spcPct val="0"/>
              </a:spcBef>
            </a:pPr>
            <a:r>
              <a:rPr lang="en-US" b="true" sz="4935" spc="182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Gestion des Produits appartenant au proprietaire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68460" y="7068651"/>
            <a:ext cx="6070823" cy="218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1"/>
              </a:lnSpc>
              <a:spcBef>
                <a:spcPct val="0"/>
              </a:spcBef>
            </a:pPr>
            <a:r>
              <a:rPr lang="en-US" b="true" sz="5284" spc="195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Le client ne peut que consulter et acheter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7635" y="3294082"/>
            <a:ext cx="7866365" cy="2471245"/>
            <a:chOff x="0" y="0"/>
            <a:chExt cx="2444155" cy="767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155" cy="767840"/>
            </a:xfrm>
            <a:custGeom>
              <a:avLst/>
              <a:gdLst/>
              <a:ahLst/>
              <a:cxnLst/>
              <a:rect r="r" b="b" t="t" l="l"/>
              <a:pathLst>
                <a:path h="767840" w="2444155">
                  <a:moveTo>
                    <a:pt x="49209" y="0"/>
                  </a:moveTo>
                  <a:lnTo>
                    <a:pt x="2394946" y="0"/>
                  </a:lnTo>
                  <a:cubicBezTo>
                    <a:pt x="2422123" y="0"/>
                    <a:pt x="2444155" y="22032"/>
                    <a:pt x="2444155" y="49209"/>
                  </a:cubicBezTo>
                  <a:lnTo>
                    <a:pt x="2444155" y="718631"/>
                  </a:lnTo>
                  <a:cubicBezTo>
                    <a:pt x="2444155" y="745808"/>
                    <a:pt x="2422123" y="767840"/>
                    <a:pt x="2394946" y="767840"/>
                  </a:cubicBezTo>
                  <a:lnTo>
                    <a:pt x="49209" y="767840"/>
                  </a:lnTo>
                  <a:cubicBezTo>
                    <a:pt x="22032" y="767840"/>
                    <a:pt x="0" y="745808"/>
                    <a:pt x="0" y="718631"/>
                  </a:cubicBezTo>
                  <a:lnTo>
                    <a:pt x="0" y="49209"/>
                  </a:lnTo>
                  <a:cubicBezTo>
                    <a:pt x="0" y="22032"/>
                    <a:pt x="22032" y="0"/>
                    <a:pt x="49209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44155" cy="80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40522" y="6842943"/>
            <a:ext cx="13639095" cy="2471245"/>
            <a:chOff x="0" y="0"/>
            <a:chExt cx="4237798" cy="767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37798" cy="767840"/>
            </a:xfrm>
            <a:custGeom>
              <a:avLst/>
              <a:gdLst/>
              <a:ahLst/>
              <a:cxnLst/>
              <a:rect r="r" b="b" t="t" l="l"/>
              <a:pathLst>
                <a:path h="767840" w="4237798">
                  <a:moveTo>
                    <a:pt x="28381" y="0"/>
                  </a:moveTo>
                  <a:lnTo>
                    <a:pt x="4209417" y="0"/>
                  </a:lnTo>
                  <a:cubicBezTo>
                    <a:pt x="4216944" y="0"/>
                    <a:pt x="4224163" y="2990"/>
                    <a:pt x="4229485" y="8313"/>
                  </a:cubicBezTo>
                  <a:cubicBezTo>
                    <a:pt x="4234808" y="13635"/>
                    <a:pt x="4237798" y="20854"/>
                    <a:pt x="4237798" y="28381"/>
                  </a:cubicBezTo>
                  <a:lnTo>
                    <a:pt x="4237798" y="739458"/>
                  </a:lnTo>
                  <a:cubicBezTo>
                    <a:pt x="4237798" y="746985"/>
                    <a:pt x="4234808" y="754204"/>
                    <a:pt x="4229485" y="759527"/>
                  </a:cubicBezTo>
                  <a:cubicBezTo>
                    <a:pt x="4224163" y="764849"/>
                    <a:pt x="4216944" y="767840"/>
                    <a:pt x="4209417" y="767840"/>
                  </a:cubicBezTo>
                  <a:lnTo>
                    <a:pt x="28381" y="767840"/>
                  </a:lnTo>
                  <a:cubicBezTo>
                    <a:pt x="20854" y="767840"/>
                    <a:pt x="13635" y="764849"/>
                    <a:pt x="8313" y="759527"/>
                  </a:cubicBezTo>
                  <a:cubicBezTo>
                    <a:pt x="2990" y="754204"/>
                    <a:pt x="0" y="746985"/>
                    <a:pt x="0" y="739458"/>
                  </a:cubicBezTo>
                  <a:lnTo>
                    <a:pt x="0" y="28381"/>
                  </a:lnTo>
                  <a:cubicBezTo>
                    <a:pt x="0" y="20854"/>
                    <a:pt x="2990" y="13635"/>
                    <a:pt x="8313" y="8313"/>
                  </a:cubicBezTo>
                  <a:cubicBezTo>
                    <a:pt x="13635" y="2990"/>
                    <a:pt x="20854" y="0"/>
                    <a:pt x="28381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37798" cy="80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90464" y="3419198"/>
            <a:ext cx="7898704" cy="2260771"/>
            <a:chOff x="0" y="0"/>
            <a:chExt cx="2454203" cy="7024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4203" cy="702443"/>
            </a:xfrm>
            <a:custGeom>
              <a:avLst/>
              <a:gdLst/>
              <a:ahLst/>
              <a:cxnLst/>
              <a:rect r="r" b="b" t="t" l="l"/>
              <a:pathLst>
                <a:path h="702443" w="2454203">
                  <a:moveTo>
                    <a:pt x="49008" y="0"/>
                  </a:moveTo>
                  <a:lnTo>
                    <a:pt x="2405196" y="0"/>
                  </a:lnTo>
                  <a:cubicBezTo>
                    <a:pt x="2418193" y="0"/>
                    <a:pt x="2430659" y="5163"/>
                    <a:pt x="2439849" y="14354"/>
                  </a:cubicBezTo>
                  <a:cubicBezTo>
                    <a:pt x="2449040" y="23545"/>
                    <a:pt x="2454203" y="36010"/>
                    <a:pt x="2454203" y="49008"/>
                  </a:cubicBezTo>
                  <a:lnTo>
                    <a:pt x="2454203" y="653436"/>
                  </a:lnTo>
                  <a:cubicBezTo>
                    <a:pt x="2454203" y="680502"/>
                    <a:pt x="2432262" y="702443"/>
                    <a:pt x="2405196" y="702443"/>
                  </a:cubicBezTo>
                  <a:lnTo>
                    <a:pt x="49008" y="702443"/>
                  </a:lnTo>
                  <a:cubicBezTo>
                    <a:pt x="36010" y="702443"/>
                    <a:pt x="23545" y="697280"/>
                    <a:pt x="14354" y="688089"/>
                  </a:cubicBezTo>
                  <a:cubicBezTo>
                    <a:pt x="5163" y="678899"/>
                    <a:pt x="0" y="666433"/>
                    <a:pt x="0" y="653436"/>
                  </a:cubicBezTo>
                  <a:lnTo>
                    <a:pt x="0" y="49008"/>
                  </a:lnTo>
                  <a:cubicBezTo>
                    <a:pt x="0" y="36010"/>
                    <a:pt x="5163" y="23545"/>
                    <a:pt x="14354" y="14354"/>
                  </a:cubicBezTo>
                  <a:cubicBezTo>
                    <a:pt x="23545" y="5163"/>
                    <a:pt x="36010" y="0"/>
                    <a:pt x="49008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54203" cy="740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39293" y="2795789"/>
            <a:ext cx="996586" cy="9965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E0693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52121" y="2795789"/>
            <a:ext cx="996586" cy="99658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E0693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93878" y="6204401"/>
            <a:ext cx="996586" cy="9965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E0693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435879" y="4194716"/>
            <a:ext cx="3324341" cy="94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  <a:spcBef>
                <a:spcPct val="0"/>
              </a:spcBef>
            </a:pPr>
            <a:r>
              <a:rPr lang="en-US" b="true" sz="3409" spc="126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Gestion du CRUD du user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6521" y="903489"/>
            <a:ext cx="7914957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99"/>
              </a:lnSpc>
            </a:pPr>
            <a:r>
              <a:rPr lang="en-US" sz="9999" spc="369">
                <a:solidFill>
                  <a:srgbClr val="E06937"/>
                </a:solidFill>
                <a:latin typeface="Cloud Soft"/>
                <a:ea typeface="Cloud Soft"/>
                <a:cs typeface="Cloud Soft"/>
                <a:sym typeface="Cloud Soft"/>
              </a:rPr>
              <a:t>Planification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20755" y="4102443"/>
            <a:ext cx="3399084" cy="87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113" spc="115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Gestion du CRUD des Produits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49490" y="7543519"/>
            <a:ext cx="8163893" cy="98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  <a:spcBef>
                <a:spcPct val="0"/>
              </a:spcBef>
            </a:pPr>
            <a:r>
              <a:rPr lang="en-US" b="true" sz="3541" spc="131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Gestion de la recherche et Connection des routes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26269" y="7509209"/>
            <a:ext cx="2454553" cy="117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0"/>
              </a:lnSpc>
              <a:spcBef>
                <a:spcPct val="0"/>
              </a:spcBef>
            </a:pPr>
            <a:r>
              <a:rPr lang="en-US" b="true" sz="4264" spc="157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MANIGA TOKPA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3245" y="4085463"/>
            <a:ext cx="2826047" cy="117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0"/>
              </a:lnSpc>
              <a:spcBef>
                <a:spcPct val="0"/>
              </a:spcBef>
            </a:pPr>
            <a:r>
              <a:rPr lang="en-US" b="true" sz="4264" spc="157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KOFFI EPHRAIM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56578" y="4085463"/>
            <a:ext cx="2454553" cy="117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0"/>
              </a:lnSpc>
              <a:spcBef>
                <a:spcPct val="0"/>
              </a:spcBef>
            </a:pPr>
            <a:r>
              <a:rPr lang="en-US" b="true" sz="4264" spc="157">
                <a:solidFill>
                  <a:srgbClr val="FFFFFF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CHRIST KADJO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7196" y="3787075"/>
            <a:ext cx="2870706" cy="287070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66675" cap="sq">
              <a:solidFill>
                <a:srgbClr val="F4C11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042904" y="3792458"/>
            <a:ext cx="2870706" cy="287070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935" t="0" r="-3935" b="0"/>
              </a:stretch>
            </a:blipFill>
            <a:ln w="66675" cap="sq">
              <a:solidFill>
                <a:srgbClr val="F4C11B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510046">
            <a:off x="-645322" y="-631279"/>
            <a:ext cx="4485650" cy="4114800"/>
          </a:xfrm>
          <a:custGeom>
            <a:avLst/>
            <a:gdLst/>
            <a:ahLst/>
            <a:cxnLst/>
            <a:rect r="r" b="b" t="t" l="l"/>
            <a:pathLst>
              <a:path h="4114800" w="4485650">
                <a:moveTo>
                  <a:pt x="0" y="0"/>
                </a:moveTo>
                <a:lnTo>
                  <a:pt x="4485651" y="0"/>
                </a:lnTo>
                <a:lnTo>
                  <a:pt x="4485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09743" y="940560"/>
            <a:ext cx="10668514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99"/>
              </a:lnSpc>
            </a:pPr>
            <a:r>
              <a:rPr lang="en-US" sz="9999" spc="369">
                <a:solidFill>
                  <a:srgbClr val="F4C11B"/>
                </a:solidFill>
                <a:latin typeface="Cloud Soft"/>
                <a:ea typeface="Cloud Soft"/>
                <a:cs typeface="Cloud Soft"/>
                <a:sym typeface="Cloud Soft"/>
              </a:rPr>
              <a:t>Les Outils utilise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7196" y="7098352"/>
            <a:ext cx="3577609" cy="220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600" indent="-437800" lvl="1">
              <a:lnSpc>
                <a:spcPts val="4298"/>
              </a:lnSpc>
              <a:buFont typeface="Arial"/>
              <a:buChar char="•"/>
            </a:pPr>
            <a:r>
              <a:rPr lang="en-US" sz="4055" spc="150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HTML</a:t>
            </a:r>
          </a:p>
          <a:p>
            <a:pPr algn="l" marL="875600" indent="-437800" lvl="1">
              <a:lnSpc>
                <a:spcPts val="4298"/>
              </a:lnSpc>
              <a:buFont typeface="Arial"/>
              <a:buChar char="•"/>
            </a:pPr>
            <a:r>
              <a:rPr lang="en-US" sz="4055" spc="150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CSS</a:t>
            </a:r>
          </a:p>
          <a:p>
            <a:pPr algn="l" marL="875600" indent="-437800" lvl="1">
              <a:lnSpc>
                <a:spcPts val="4298"/>
              </a:lnSpc>
              <a:buFont typeface="Arial"/>
              <a:buChar char="•"/>
            </a:pPr>
            <a:r>
              <a:rPr lang="en-US" sz="4055" spc="150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TALWINDS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60403" y="7062298"/>
            <a:ext cx="3035709" cy="111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600" indent="-437800" lvl="1">
              <a:lnSpc>
                <a:spcPts val="4298"/>
              </a:lnSpc>
              <a:buFont typeface="Arial"/>
              <a:buChar char="•"/>
            </a:pPr>
            <a:r>
              <a:rPr lang="en-US" sz="4055" spc="150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Laravel /PHP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92191" y="2629747"/>
            <a:ext cx="7367109" cy="5680880"/>
          </a:xfrm>
          <a:custGeom>
            <a:avLst/>
            <a:gdLst/>
            <a:ahLst/>
            <a:cxnLst/>
            <a:rect r="r" b="b" t="t" l="l"/>
            <a:pathLst>
              <a:path h="5680880" w="7367109">
                <a:moveTo>
                  <a:pt x="0" y="0"/>
                </a:moveTo>
                <a:lnTo>
                  <a:pt x="7367109" y="0"/>
                </a:lnTo>
                <a:lnTo>
                  <a:pt x="7367109" y="5680880"/>
                </a:lnTo>
                <a:lnTo>
                  <a:pt x="0" y="568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14425"/>
            <a:ext cx="10840088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</a:pPr>
            <a:r>
              <a:rPr lang="en-US" sz="9999" spc="369">
                <a:solidFill>
                  <a:srgbClr val="E06937"/>
                </a:solidFill>
                <a:latin typeface="Cloud Soft"/>
                <a:ea typeface="Cloud Soft"/>
                <a:cs typeface="Cloud Soft"/>
                <a:sym typeface="Cloud Soft"/>
              </a:rPr>
              <a:t>DESCRIOPTION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52522"/>
            <a:ext cx="8863491" cy="455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9"/>
              </a:lnSpc>
            </a:pPr>
            <a:r>
              <a:rPr lang="en-US" sz="4235" spc="156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Suite a nos travail nous avaons obtenir comme resultat:</a:t>
            </a:r>
          </a:p>
          <a:p>
            <a:pPr algn="l" marL="914369" indent="-457184" lvl="1">
              <a:lnSpc>
                <a:spcPts val="4489"/>
              </a:lnSpc>
              <a:buFont typeface="Arial"/>
              <a:buChar char="•"/>
            </a:pPr>
            <a:r>
              <a:rPr lang="en-US" sz="4235" spc="156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un interface de gestion des projet</a:t>
            </a:r>
          </a:p>
          <a:p>
            <a:pPr algn="l" marL="914369" indent="-457184" lvl="1">
              <a:lnSpc>
                <a:spcPts val="4489"/>
              </a:lnSpc>
              <a:buFont typeface="Arial"/>
              <a:buChar char="•"/>
            </a:pPr>
            <a:r>
              <a:rPr lang="en-US" sz="4235" spc="156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un dashboard pour le vendeur</a:t>
            </a:r>
          </a:p>
          <a:p>
            <a:pPr algn="l" marL="914369" indent="-457184" lvl="1">
              <a:lnSpc>
                <a:spcPts val="4489"/>
              </a:lnSpc>
              <a:buFont typeface="Arial"/>
              <a:buChar char="•"/>
            </a:pPr>
            <a:r>
              <a:rPr lang="en-US" sz="4235" spc="156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un interface pour le client</a:t>
            </a:r>
          </a:p>
          <a:p>
            <a:pPr algn="l" marL="914369" indent="-457184" lvl="1">
              <a:lnSpc>
                <a:spcPts val="4489"/>
              </a:lnSpc>
              <a:buFont typeface="Arial"/>
              <a:buChar char="•"/>
            </a:pPr>
            <a:r>
              <a:rPr lang="en-US" sz="4235" spc="156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posibilite de fair des recherches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1028700"/>
            <a:ext cx="7924800" cy="8229600"/>
          </a:xfrm>
          <a:custGeom>
            <a:avLst/>
            <a:gdLst/>
            <a:ahLst/>
            <a:cxnLst/>
            <a:rect r="r" b="b" t="t" l="l"/>
            <a:pathLst>
              <a:path h="8229600" w="7924800">
                <a:moveTo>
                  <a:pt x="0" y="0"/>
                </a:moveTo>
                <a:lnTo>
                  <a:pt x="7924800" y="0"/>
                </a:lnTo>
                <a:lnTo>
                  <a:pt x="7924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74060"/>
            <a:ext cx="7107152" cy="242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710"/>
              </a:lnSpc>
              <a:buFont typeface="Arial"/>
              <a:buChar char="•"/>
            </a:pPr>
            <a:r>
              <a:rPr lang="en-US" sz="3500" spc="12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Probleme d’integration des differents parties</a:t>
            </a:r>
          </a:p>
          <a:p>
            <a:pPr algn="l" marL="755651" indent="-377825" lvl="1">
              <a:lnSpc>
                <a:spcPts val="3710"/>
              </a:lnSpc>
              <a:buFont typeface="Arial"/>
              <a:buChar char="•"/>
            </a:pPr>
            <a:r>
              <a:rPr lang="en-US" sz="3500" spc="12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Gestion des conflits</a:t>
            </a:r>
          </a:p>
          <a:p>
            <a:pPr algn="l" marL="755651" indent="-377825" lvl="1">
              <a:lnSpc>
                <a:spcPts val="3710"/>
              </a:lnSpc>
              <a:buFont typeface="Arial"/>
              <a:buChar char="•"/>
            </a:pPr>
            <a:r>
              <a:rPr lang="en-US" sz="3500" spc="12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gestion des routes</a:t>
            </a:r>
          </a:p>
          <a:p>
            <a:pPr algn="l" marL="755651" indent="-377825" lvl="1">
              <a:lnSpc>
                <a:spcPts val="3710"/>
              </a:lnSpc>
              <a:buFont typeface="Arial"/>
              <a:buChar char="•"/>
            </a:pPr>
            <a:r>
              <a:rPr lang="en-US" sz="3500" spc="129">
                <a:solidFill>
                  <a:srgbClr val="FFFFFF"/>
                </a:solidFill>
                <a:latin typeface="Cloud Soft"/>
                <a:ea typeface="Cloud Soft"/>
                <a:cs typeface="Cloud Soft"/>
                <a:sym typeface="Cloud Soft"/>
              </a:rPr>
              <a:t>etc...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76788"/>
            <a:ext cx="9881655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</a:pPr>
            <a:r>
              <a:rPr lang="en-US" sz="9999" spc="369">
                <a:solidFill>
                  <a:srgbClr val="E06937"/>
                </a:solidFill>
                <a:latin typeface="Cloud Soft"/>
                <a:ea typeface="Cloud Soft"/>
                <a:cs typeface="Cloud Soft"/>
                <a:sym typeface="Cloud Soft"/>
              </a:rPr>
              <a:t>DIFFICULTES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DAHFxZEfjOI</dc:identifier>
  <dcterms:modified xsi:type="dcterms:W3CDTF">2011-08-01T06:04:30Z</dcterms:modified>
  <cp:revision>1</cp:revision>
  <dc:title>Noir et Coloré Joyeux Gestion de Projet  Entreprise Présentation</dc:title>
</cp:coreProperties>
</file>